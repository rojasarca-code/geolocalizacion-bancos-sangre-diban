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900000" y="2300000"/>
            <a:ext cx="1040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Bancos de sangre por región del Perú</a:t>
            </a:r>
          </a:p>
        </p:txBody>
      </p:sp>
      <p:sp>
        <p:nvSpPr>
          <p:cNvPr id="3" name="Txt3"/>
          <p:cNvSpPr txBox="1"/>
          <p:nvPr/>
        </p:nvSpPr>
        <p:spPr>
          <a:xfrm>
            <a:off x="900000" y="3800000"/>
            <a:ext cx="104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Distribución por tipo (I-A, I-B, I-C y II) y geolocalización por región</a:t>
            </a:r>
          </a:p>
          <a:p>
            <a:pPr marL="0" indent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Registro Nacional de Bancos de Sangre Autorizados · DIBAN - MINSA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Regiones del Perú y bancos de sangre autorizados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272" y="1000000"/>
            <a:ext cx="4145455" cy="5700000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6300000" y="1500000"/>
            <a:ext cx="5400000" cy="4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000" b="1" dirty="0">
                <a:solidFill>
                  <a:srgbClr val="1F2A44"/>
                </a:solidFill>
                <a:latin typeface="Calibri"/>
              </a:rPr>
              <a:t>509 bancos de sangre autorizados en 25 regiones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C2334D"/>
                </a:solidFill>
                <a:latin typeface="Calibri"/>
              </a:rPr>
              <a:t>Tipo I-A: 320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1F6F8B"/>
                </a:solidFill>
                <a:latin typeface="Calibri"/>
              </a:rPr>
              <a:t>Tipo I-B: 82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B7791F"/>
                </a:solidFill>
                <a:latin typeface="Calibri"/>
              </a:rPr>
              <a:t>Tipo I-C: 22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2F6B3F"/>
                </a:solidFill>
                <a:latin typeface="Calibri"/>
              </a:rPr>
              <a:t>Tipo II: 85</a:t>
            </a:r>
          </a:p>
          <a:p>
            <a:pPr marL="0" indent="0">
              <a:buNone/>
            </a:pPr>
            <a:r>
              <a:rPr lang="es-PE" sz="1500" dirty="0">
                <a:solidFill>
                  <a:srgbClr val="223344"/>
                </a:solidFill>
                <a:latin typeface="Calibri"/>
              </a:rPr>
              <a:t>Lima concentra 179 (35 %); Arequipa 35 y La Libertad 33 le siguen.</a:t>
            </a:r>
          </a:p>
          <a:p>
            <a:pPr marL="0" indent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Mapa: regiones delimitadas; el tono indica la cantidad de bancos y los puntos su ubicación (círculo = tipo I, cuadrado = tipo II).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Cantidad de bancos de sangre por región y tipo</a:t>
            </a:r>
          </a:p>
        </p:txBody>
      </p:sp>
      <p:graphicFrame>
        <p:nvGraphicFramePr>
          <p:cNvPr id="20" name="Tbl20"/>
          <p:cNvGraphicFramePr/>
          <p:nvPr/>
        </p:nvGraphicFramePr>
        <p:xfrm>
          <a:off x="1500000" y="900000"/>
          <a:ext cx="9200000" cy="1000000"/>
        </p:xfrm>
        <a:graphic>
          <a:graphicData uri="http://schemas.openxmlformats.org/drawingml/2006/table">
            <a:tbl>
              <a:tblPr firstRow="1" bandRow="1"/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5000"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Región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I-A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I-B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I-C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II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Amazonas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Áncash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Apurímac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Arequipa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Ayacucho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8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Cajamarca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Callao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Cusco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Huancavelica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Huánuco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Ica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18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Junín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La Libertad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Lambayeque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Lima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103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Loreto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Madre de Dios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Moquegua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Pasco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Piura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Puno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San Martín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Tacna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Tumbes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Ucayali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TOTAL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320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82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85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509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Composición por tipo en cada región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34" y="1000000"/>
            <a:ext cx="10133333" cy="57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Amazonas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Utcubamba: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Bagua: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Chachapoyas: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Condorcanqui: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Áncash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20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3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Santa: 8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Huaraz: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Yungay: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Carhuaz: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Pomabamba: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Casma: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Huaylas: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Recuay: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Apurímac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7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3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Abancay: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Andahuaylas: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Chincheros: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Arequipa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35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27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Arequipa: 31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Islay: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Caylloma: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Camana: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Ayacucho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8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Huamanga: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 Mar: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Lucanas: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Cangallo: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Huanta: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Coracora: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Cajamarca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22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Jaen: 9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Cajamarca: 7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Chota: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Cutervo: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Celendin: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Callao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11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3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4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Callao: 11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Cusco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25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22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Cusco: 15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 Convencion: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Espinar: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Canchis: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 Convencios: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Chumbivilcas: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Huancavelica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5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Huancavelica: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Angaraes: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Acobamba: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Tayacaja: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Huánuco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10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Huanuco: 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Leoncio Prado: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Huánuco: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Dos De Mayo: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Ica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18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Ica: 11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Chincha: 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Chncha: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Pisco: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Junín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20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4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Huancayo: 12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Chanchamayo: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Jauja: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Concepción: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Yauli: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Junin: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Satipo: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La Libertad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33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20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4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Trujillo: 26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Santiago De Chuco: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Pacasmayo: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Chepen: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Viru: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Sanchez Carrion: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Otuzco: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Ascope: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Lambayeque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17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9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6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Chiclayo: 16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Lambayeque: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Lima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179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103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34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Lima: 171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Huaura: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Cañete: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Huaral: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Barranca: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Huarochiri: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Loreto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7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5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Maynas: 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Alto Amazonas: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Madre de Dios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Tambopata: 2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Moquegua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4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Mariscal Nieto: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Ilo: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Pasco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4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3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Oxapampa: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Pasco: 2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Piura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29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17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2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5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Piura: 18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Sullana: 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Talara: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Morropon: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Paita: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Puno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7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 Roman: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Puno: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Carabaya: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San Martín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22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6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 Martin: 10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Rioja: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Moyobamba: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Mariscal Caceres: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Tocache: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 Martín: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Bellavista: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Picota: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Tacna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6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Tacna: 6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Tumbes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Tumbes: 3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Ucayali ·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5 bancos de sangre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400" b="1" dirty="0">
                <a:solidFill>
                  <a:srgbClr val="445066"/>
                </a:solidFill>
                <a:latin typeface="Calibri"/>
              </a:rPr>
              <a:t>Principales provincias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Coronel Portillo: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Atalaya: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Círculo = tipo I · cuadrado = tipo II. Ubicación aproximada al distrito declarado.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Lima Metropolitana · detalle ampliado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1800" b="1" dirty="0">
                <a:solidFill>
                  <a:srgbClr val="1F2A44"/>
                </a:solidFill>
                <a:latin typeface="Calibri"/>
              </a:rPr>
              <a:t>169 de los 179 bancos de Lima están en esta área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99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31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10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29</a:t>
            </a:r>
          </a:p>
          <a:p>
            <a:pPr marL="0" indent="0">
              <a:buNone/>
            </a:pPr>
            <a:r>
              <a:rPr lang="es-PE" sz="1300" dirty="0">
                <a:solidFill>
                  <a:srgbClr val="445066"/>
                </a:solidFill>
                <a:latin typeface="Calibri"/>
              </a:rPr>
              <a:t>Vista ampliada de Lima Metropolitana (y Callao), donde se concentra la mayor parte de los bancos de sangre del país.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Fuentes y notas</a:t>
            </a:r>
          </a:p>
        </p:txBody>
      </p:sp>
      <p:sp>
        <p:nvSpPr>
          <p:cNvPr id="10" name="Txt10"/>
          <p:cNvSpPr txBox="1"/>
          <p:nvPr/>
        </p:nvSpPr>
        <p:spPr>
          <a:xfrm>
            <a:off x="500000" y="1200000"/>
            <a:ext cx="11000000" cy="4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Bancos de sangre: Registro Nacional de Bancos de Sangre Autorizados (hojas BS I A, BS I B, BS I C y BS II), 509 establecimientos.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Coordenadas aproximadas al centro del distrito declarado; no corresponden a la dirección exacta.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Límites regionales: capa departamental simplificada del Perú (GeoJSON); sin mapa base de calles.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Aplicativo: https://rojasarca-code.github.io/geolocalizacion-bancos-sangre-diban/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1894</Words>
  <Application>Microsoft Office PowerPoint</Application>
  <PresentationFormat>Panorámica</PresentationFormat>
  <Paragraphs>486</Paragraphs>
  <Slides>31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2026-10-22T15:00:48Z</dcterms:modified>
</cp:coreProperties>
</file>