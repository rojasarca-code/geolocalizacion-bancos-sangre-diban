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- 2026-09-04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277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247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16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30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 (sin via aerea)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300" dirty="0">
                <a:solidFill>
                  <a:srgbClr val="022300"/>
                </a:solidFill>
                <a:latin typeface="Calibri"/>
              </a:rPr>
              <a:t>Distribucion de los 231 convenios por tiempo de traslado terrestre, EXCLUYENDO los 16 convenios con opcion aerea util (en esos casos el traslado real conviene por aire, no por tierra):</a:t>
            </a:r>
            <a:endParaRPr lang="es-PE" sz="13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189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30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7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5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0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0</a:t>
            </a:r>
            <a:endParaRPr lang="es-PE" sz="1400"/>
          </a:p>
          <a:p>
            <a:pPr marL="0" lvl="0">
              <a:buNone/>
            </a:pPr>
            <a:r>
              <a:rPr lang="es-PE" sz="1300" b="1" dirty="0">
                <a:solidFill>
                  <a:srgbClr val="7A8699"/>
                </a:solidFill>
                <a:latin typeface="Calibri"/>
              </a:rPr>
              <a:t>Sin via aerea (231 convenios): mediana 24 min, media 50 min, desviacion estandar 72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42 convenios (18 % del subconjunto sin via aerea).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136 min y la media es 171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de sierra (Cusco, Ayacucho) elevan el promedio; para la mitad del grupo el traslado sigue por debajo de 136 min. Ver el detalle punto a punto y las bandas de desviacion estandar en el anexo (ultima diapositiva).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 JUAN DE KIMBIRI-VRAEM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de Ayac…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APOYO SAN FRA…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175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SANTO TOMAS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- 16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42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34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(Anta) (ATA)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31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35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33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RIOJA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10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SINAI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16 de 277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 (el terrestre de la misma fila es varias veces mas largo): Lima-Piura (LIM-PIU, 2 h 44-2 h 48 vs 18 h 20-18 h 21 por tierra), Lima-Arequipa (LIM-AQP, 3 h 06 vs 17 h 36), Lima-Chiclayo (LIM-CIX, 2 h 39 vs 14 h 56).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(el terrestre de la misma fila es mas corto: el aeropuerto mas cercano queda lejos o exige escala en Lima): Jauja-Ayacucho (JAU-AYP, 7 h 34-7 h 49 vs 4 h 27-5 h 14 por tierra), Tacna-Ilo (TCQ-ILQ, 7 h 42 vs 3 h 36), Lima-Huaraz/Anta (LIM-ATA, 7 h 10 vs solo 1 h por tierra), Trujillo-Chiclayo via Lima (6 h 31 vs 2 h 35), Tarapoto-Rioja via Lima (5 h 10-5 h 35 vs 2 h 05-2 h 57).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247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230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211: MEDIC SER SAC -AUNA CLINICA DELGA… -&gt; CLÍNICAS AUNA SEDE PIURA - (977 km, 18 h 21 min).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De los 16 convenios con opcion aerea, en 5 el avion realmente reduce el tiempo puerta a puerta frente al terrestre (todos con Lima de por medio); en los demas el terrestre sigue siendo mas rapido pese a la distancia de vuelo. En los que no tienen opcion aerea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30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Anexo - dispersion de tiempos y desviacion estandar (sin via aerea)</a:t>
            </a:r>
            <a:endParaRPr lang="es-PE" sz="2600"/>
          </a:p>
        </p:txBody>
      </p:sp>
      <p:pic>
        <p:nvPicPr>
          <p:cNvPr id="91" name="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00" y="1330000"/>
            <a:ext cx="10050000" cy="56531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1354</Words>
  <Application>Microsoft Office PowerPoint</Application>
  <PresentationFormat>Panorámica</PresentationFormat>
  <Paragraphs>173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2026-09-04T22:28:47Z</dcterms:modified>
</cp:coreProperties>
</file>